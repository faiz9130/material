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/>
    <p:restoredTop sz="96405"/>
  </p:normalViewPr>
  <p:slideViewPr>
    <p:cSldViewPr snapToGrid="0">
      <p:cViewPr varScale="1">
        <p:scale>
          <a:sx n="53" d="100"/>
          <a:sy n="53" d="100"/>
        </p:scale>
        <p:origin x="25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1F72B3-8252-7F40-B4B6-6CCDD17BD40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21D0F-3748-044C-8B08-994C5A4AF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01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91477" rtl="0" eaLnBrk="1" latinLnBrk="0" hangingPunct="1">
      <a:defRPr sz="1170" kern="1200">
        <a:solidFill>
          <a:schemeClr val="tx1"/>
        </a:solidFill>
        <a:latin typeface="+mn-lt"/>
        <a:ea typeface="+mn-ea"/>
        <a:cs typeface="+mn-cs"/>
      </a:defRPr>
    </a:lvl1pPr>
    <a:lvl2pPr marL="445739" algn="l" defTabSz="891477" rtl="0" eaLnBrk="1" latinLnBrk="0" hangingPunct="1">
      <a:defRPr sz="1170" kern="1200">
        <a:solidFill>
          <a:schemeClr val="tx1"/>
        </a:solidFill>
        <a:latin typeface="+mn-lt"/>
        <a:ea typeface="+mn-ea"/>
        <a:cs typeface="+mn-cs"/>
      </a:defRPr>
    </a:lvl2pPr>
    <a:lvl3pPr marL="891477" algn="l" defTabSz="891477" rtl="0" eaLnBrk="1" latinLnBrk="0" hangingPunct="1">
      <a:defRPr sz="1170" kern="1200">
        <a:solidFill>
          <a:schemeClr val="tx1"/>
        </a:solidFill>
        <a:latin typeface="+mn-lt"/>
        <a:ea typeface="+mn-ea"/>
        <a:cs typeface="+mn-cs"/>
      </a:defRPr>
    </a:lvl3pPr>
    <a:lvl4pPr marL="1337215" algn="l" defTabSz="891477" rtl="0" eaLnBrk="1" latinLnBrk="0" hangingPunct="1">
      <a:defRPr sz="1170" kern="1200">
        <a:solidFill>
          <a:schemeClr val="tx1"/>
        </a:solidFill>
        <a:latin typeface="+mn-lt"/>
        <a:ea typeface="+mn-ea"/>
        <a:cs typeface="+mn-cs"/>
      </a:defRPr>
    </a:lvl4pPr>
    <a:lvl5pPr marL="1782953" algn="l" defTabSz="891477" rtl="0" eaLnBrk="1" latinLnBrk="0" hangingPunct="1">
      <a:defRPr sz="1170" kern="1200">
        <a:solidFill>
          <a:schemeClr val="tx1"/>
        </a:solidFill>
        <a:latin typeface="+mn-lt"/>
        <a:ea typeface="+mn-ea"/>
        <a:cs typeface="+mn-cs"/>
      </a:defRPr>
    </a:lvl5pPr>
    <a:lvl6pPr marL="2228692" algn="l" defTabSz="891477" rtl="0" eaLnBrk="1" latinLnBrk="0" hangingPunct="1">
      <a:defRPr sz="1170" kern="1200">
        <a:solidFill>
          <a:schemeClr val="tx1"/>
        </a:solidFill>
        <a:latin typeface="+mn-lt"/>
        <a:ea typeface="+mn-ea"/>
        <a:cs typeface="+mn-cs"/>
      </a:defRPr>
    </a:lvl6pPr>
    <a:lvl7pPr marL="2674431" algn="l" defTabSz="891477" rtl="0" eaLnBrk="1" latinLnBrk="0" hangingPunct="1">
      <a:defRPr sz="1170" kern="1200">
        <a:solidFill>
          <a:schemeClr val="tx1"/>
        </a:solidFill>
        <a:latin typeface="+mn-lt"/>
        <a:ea typeface="+mn-ea"/>
        <a:cs typeface="+mn-cs"/>
      </a:defRPr>
    </a:lvl7pPr>
    <a:lvl8pPr marL="3120168" algn="l" defTabSz="891477" rtl="0" eaLnBrk="1" latinLnBrk="0" hangingPunct="1">
      <a:defRPr sz="1170" kern="1200">
        <a:solidFill>
          <a:schemeClr val="tx1"/>
        </a:solidFill>
        <a:latin typeface="+mn-lt"/>
        <a:ea typeface="+mn-ea"/>
        <a:cs typeface="+mn-cs"/>
      </a:defRPr>
    </a:lvl8pPr>
    <a:lvl9pPr marL="3565907" algn="l" defTabSz="891477" rtl="0" eaLnBrk="1" latinLnBrk="0" hangingPunct="1">
      <a:defRPr sz="117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71432-A172-A548-B832-802B6251057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230B-79B3-AD44-9CCE-A8C4A1E1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85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71432-A172-A548-B832-802B6251057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230B-79B3-AD44-9CCE-A8C4A1E1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60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71432-A172-A548-B832-802B6251057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230B-79B3-AD44-9CCE-A8C4A1E1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49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71432-A172-A548-B832-802B6251057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230B-79B3-AD44-9CCE-A8C4A1E1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474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71432-A172-A548-B832-802B6251057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230B-79B3-AD44-9CCE-A8C4A1E1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71432-A172-A548-B832-802B6251057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230B-79B3-AD44-9CCE-A8C4A1E1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95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71432-A172-A548-B832-802B6251057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230B-79B3-AD44-9CCE-A8C4A1E1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42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71432-A172-A548-B832-802B6251057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230B-79B3-AD44-9CCE-A8C4A1E1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75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71432-A172-A548-B832-802B6251057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230B-79B3-AD44-9CCE-A8C4A1E1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846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71432-A172-A548-B832-802B6251057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230B-79B3-AD44-9CCE-A8C4A1E1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40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71432-A172-A548-B832-802B6251057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0230B-79B3-AD44-9CCE-A8C4A1E1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62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71432-A172-A548-B832-802B6251057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0230B-79B3-AD44-9CCE-A8C4A1E1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067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690D9E42-93C9-48BB-F2F8-AB81642BAC39}"/>
              </a:ext>
            </a:extLst>
          </p:cNvPr>
          <p:cNvSpPr txBox="1">
            <a:spLocks/>
          </p:cNvSpPr>
          <p:nvPr/>
        </p:nvSpPr>
        <p:spPr>
          <a:xfrm>
            <a:off x="306725" y="62345"/>
            <a:ext cx="4583979" cy="524623"/>
          </a:xfrm>
          <a:prstGeom prst="rect">
            <a:avLst/>
          </a:prstGeom>
        </p:spPr>
        <p:txBody>
          <a:bodyPr vert="horz" lIns="98694" tIns="49347" rIns="98694" bIns="49347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Name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872822-10E9-06E8-B3E7-0A3EBB5DB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" y="0"/>
            <a:ext cx="7556500" cy="1320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ADBE9A-DB8A-8E28-CF15-6F9A10433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" y="9805879"/>
            <a:ext cx="75565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738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</TotalTime>
  <Words>2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Mohd Faiz Bin Ibrahim Sawal</cp:lastModifiedBy>
  <cp:revision>5</cp:revision>
  <dcterms:created xsi:type="dcterms:W3CDTF">2022-12-27T10:45:14Z</dcterms:created>
  <dcterms:modified xsi:type="dcterms:W3CDTF">2026-09-15T09:52:59Z</dcterms:modified>
</cp:coreProperties>
</file>